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pr" userId="7c1b965b0d11e72c" providerId="LiveId" clId="{6667A557-C648-4F46-B935-8743514DF91E}"/>
    <pc:docChg chg="addSld modSld">
      <pc:chgData name="harshini pr" userId="7c1b965b0d11e72c" providerId="LiveId" clId="{6667A557-C648-4F46-B935-8743514DF91E}" dt="2026-07-28T06:21:25.963" v="5" actId="14100"/>
      <pc:docMkLst>
        <pc:docMk/>
      </pc:docMkLst>
      <pc:sldChg chg="addSp modSp new mod">
        <pc:chgData name="harshini pr" userId="7c1b965b0d11e72c" providerId="LiveId" clId="{6667A557-C648-4F46-B935-8743514DF91E}" dt="2026-07-28T06:21:25.963" v="5" actId="14100"/>
        <pc:sldMkLst>
          <pc:docMk/>
          <pc:sldMk cId="1936634807" sldId="262"/>
        </pc:sldMkLst>
        <pc:picChg chg="add mod">
          <ac:chgData name="harshini pr" userId="7c1b965b0d11e72c" providerId="LiveId" clId="{6667A557-C648-4F46-B935-8743514DF91E}" dt="2026-07-28T06:21:25.963" v="5" actId="14100"/>
          <ac:picMkLst>
            <pc:docMk/>
            <pc:sldMk cId="1936634807" sldId="262"/>
            <ac:picMk id="3" creationId="{C0293CDF-0FF3-6ED6-EE3E-4AEA8BC9D73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4CA5-4FB6-C35D-6471-ED9530D90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288" y="952229"/>
            <a:ext cx="8574622" cy="26161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of Compiler Phases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essential architectural framework separating language analysis from machine target code synthesis for modular compiler development.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CSA1407 - COMPILER DESIGN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C919E-C13C-5950-29AB-F8B3DBE2C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54576" y="3903988"/>
            <a:ext cx="3848446" cy="1388534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HARSHINI P R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NUMBER: 192524165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Dr. DEEPA N</a:t>
            </a:r>
          </a:p>
        </p:txBody>
      </p:sp>
    </p:spTree>
    <p:extLst>
      <p:ext uri="{BB962C8B-B14F-4D97-AF65-F5344CB8AC3E}">
        <p14:creationId xmlns:p14="http://schemas.microsoft.com/office/powerpoint/2010/main" val="122131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80911-2305-A312-00FF-3D736E4DC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183" y="392187"/>
            <a:ext cx="6837568" cy="840996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 vs Back-End Division</a:t>
            </a: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218672-BE6E-E083-0A7E-816055502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8245" y="1542797"/>
            <a:ext cx="4607188" cy="57626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 (Analysis)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F605F-11BA-CC88-5CA7-96BBB4429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4311" y="2714552"/>
            <a:ext cx="4895056" cy="24558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source language structure and meaning, operating independently of the target machine architecture.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Lexical, Syntax, &amp; Semantic Analysis.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Machine-Independent Intermediate Code (IR).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symbol table setup &amp; source-level diagnostic errors.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71988-DD69-3D68-15D1-5BEE03646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0486" y="1542797"/>
            <a:ext cx="4622537" cy="57626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(Synthesis)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FC330-6C2D-69A3-39BA-B84C7C6E22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03352" y="2714552"/>
            <a:ext cx="4895056" cy="24558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target machine instruction set architecture and physical execution environment constraints.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Code Optimization &amp; Code Generation.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Intermediate Code (IR) to target assembly/machine code.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physical register allocation &amp; instruction scheduling.</a:t>
            </a:r>
          </a:p>
        </p:txBody>
      </p:sp>
    </p:spTree>
    <p:extLst>
      <p:ext uri="{BB962C8B-B14F-4D97-AF65-F5344CB8AC3E}">
        <p14:creationId xmlns:p14="http://schemas.microsoft.com/office/powerpoint/2010/main" val="2146900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4814-21CD-47BC-4AF6-347D0C83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0107" y="316685"/>
            <a:ext cx="6653010" cy="83260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Front-End: Analysis Phase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E6BE28-E0D2-4D0A-0778-3120132FDDE1}"/>
              </a:ext>
            </a:extLst>
          </p:cNvPr>
          <p:cNvSpPr txBox="1"/>
          <p:nvPr/>
        </p:nvSpPr>
        <p:spPr>
          <a:xfrm>
            <a:off x="1837189" y="1997839"/>
            <a:ext cx="32465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&amp; Syntax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Analyzer: Converts raw characters into meaningful stream of tokens.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Analyzer: Builds Parse Trees to enforce language grammar rules.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4B595-70C6-9E2C-E2C6-14E95A06A72B}"/>
              </a:ext>
            </a:extLst>
          </p:cNvPr>
          <p:cNvSpPr txBox="1"/>
          <p:nvPr/>
        </p:nvSpPr>
        <p:spPr>
          <a:xfrm>
            <a:off x="5381536" y="1997839"/>
            <a:ext cx="32465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source code for semantic consistency using the symbol table.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critical type checking, type coercions, and scope resolution verification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79A97-9917-F302-B52D-FF390F429A9E}"/>
              </a:ext>
            </a:extLst>
          </p:cNvPr>
          <p:cNvSpPr txBox="1"/>
          <p:nvPr/>
        </p:nvSpPr>
        <p:spPr>
          <a:xfrm>
            <a:off x="8925883" y="2072081"/>
            <a:ext cx="32465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explicit, machine-independent Intermediate Representation (IR) such as Three-Address Code (TAC) or Abstract Syntax Trees (AST).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08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0A9A-6F1A-A85E-24B2-1E9D15163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410" y="316685"/>
            <a:ext cx="6829179" cy="933275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Back-End: Synthesis Phase Details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45F64C-3E05-4341-A26C-A54F3DB64515}"/>
              </a:ext>
            </a:extLst>
          </p:cNvPr>
          <p:cNvSpPr txBox="1"/>
          <p:nvPr/>
        </p:nvSpPr>
        <p:spPr>
          <a:xfrm>
            <a:off x="1845578" y="1895912"/>
            <a:ext cx="27264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Optimization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intermediate representation to improve execution speed and reduce memory consumption without modifying program semantics.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22A69-C5F4-DD98-1DAA-7C709B0601B5}"/>
              </a:ext>
            </a:extLst>
          </p:cNvPr>
          <p:cNvSpPr txBox="1"/>
          <p:nvPr/>
        </p:nvSpPr>
        <p:spPr>
          <a:xfrm>
            <a:off x="5213758" y="1895912"/>
            <a:ext cx="27264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intermediate code into relocatable machine code or target assembly language instructions for execution.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C61356-66C6-B026-3575-83A050A496B3}"/>
              </a:ext>
            </a:extLst>
          </p:cNvPr>
          <p:cNvSpPr txBox="1"/>
          <p:nvPr/>
        </p:nvSpPr>
        <p:spPr>
          <a:xfrm>
            <a:off x="8581938" y="1895912"/>
            <a:ext cx="272642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physical CPU registers efficiently, manages memory stack frames, and optimizes instruction pipeline sequencing.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8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1368C-F13F-FDEB-056A-17733850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8585" y="576743"/>
            <a:ext cx="5637942" cy="966831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Grouping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33380-F36B-D5AF-7852-E1BE993A9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200" y="2096548"/>
            <a:ext cx="10018713" cy="3124201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Modular Design: Decouples source language specifications from physical hardware requirements, allowing front-ends and back-ends to be developed in isolation.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Implementation: Reduces engineering complexity by breaking compilation into logical, well-defined pipeline passes.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Reusability &amp; Retargeting: To build compilers for N languages on M target machines, you only need N front-ends + M back-ends instead of N × M full compilers (e.g., GCC, LLVM).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Target-Independent Optimization: Enables powerful program optimizations directly on the Intermediate Representation before target machine code commitment.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5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293CDF-0FF3-6ED6-EE3E-4AEA8BC9D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176169"/>
            <a:ext cx="5143500" cy="646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34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40</TotalTime>
  <Words>383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Corbel</vt:lpstr>
      <vt:lpstr>Times New Roman</vt:lpstr>
      <vt:lpstr>Parallax</vt:lpstr>
      <vt:lpstr>Grouping of Compiler Phases  An essential architectural framework separating language analysis from machine target code synthesis for modular compiler development.   CSA1407 - COMPILER DESIGN</vt:lpstr>
      <vt:lpstr>Front-End vs Back-End Division</vt:lpstr>
      <vt:lpstr>Front-End: Analysis Phase Details</vt:lpstr>
      <vt:lpstr>Back-End: Synthesis Phase Details</vt:lpstr>
      <vt:lpstr>Advantages of Grouping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harshini pr</dc:creator>
  <cp:lastModifiedBy>harshini pr</cp:lastModifiedBy>
  <cp:revision>1</cp:revision>
  <dcterms:created xsi:type="dcterms:W3CDTF">2026-07-27T19:43:02Z</dcterms:created>
  <dcterms:modified xsi:type="dcterms:W3CDTF">2026-07-28T06:21:26Z</dcterms:modified>
</cp:coreProperties>
</file>